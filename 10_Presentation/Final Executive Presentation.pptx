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pandey" userId="e00f5ececc9ec5e0" providerId="LiveId" clId="{A6E24970-FEC8-4BA2-978E-10D3ADD99609}"/>
    <pc:docChg chg="undo custSel addSld modSld">
      <pc:chgData name="Neha pandey" userId="e00f5ececc9ec5e0" providerId="LiveId" clId="{A6E24970-FEC8-4BA2-978E-10D3ADD99609}" dt="2026-08-05T18:15:18.518" v="810" actId="113"/>
      <pc:docMkLst>
        <pc:docMk/>
      </pc:docMkLst>
      <pc:sldChg chg="modSp mod">
        <pc:chgData name="Neha pandey" userId="e00f5ececc9ec5e0" providerId="LiveId" clId="{A6E24970-FEC8-4BA2-978E-10D3ADD99609}" dt="2026-08-05T17:22:25.460" v="292" actId="207"/>
        <pc:sldMkLst>
          <pc:docMk/>
          <pc:sldMk cId="887868163" sldId="256"/>
        </pc:sldMkLst>
        <pc:spChg chg="mod">
          <ac:chgData name="Neha pandey" userId="e00f5ececc9ec5e0" providerId="LiveId" clId="{A6E24970-FEC8-4BA2-978E-10D3ADD99609}" dt="2026-08-05T17:22:25.460" v="292" actId="207"/>
          <ac:spMkLst>
            <pc:docMk/>
            <pc:sldMk cId="887868163" sldId="256"/>
            <ac:spMk id="4" creationId="{9A072660-7122-621A-42A0-AD13B4DBBEBA}"/>
          </ac:spMkLst>
        </pc:spChg>
      </pc:sldChg>
      <pc:sldChg chg="addSp delSp modSp new mod">
        <pc:chgData name="Neha pandey" userId="e00f5ececc9ec5e0" providerId="LiveId" clId="{A6E24970-FEC8-4BA2-978E-10D3ADD99609}" dt="2026-08-05T17:36:39.685" v="392" actId="404"/>
        <pc:sldMkLst>
          <pc:docMk/>
          <pc:sldMk cId="3079648892" sldId="257"/>
        </pc:sldMkLst>
        <pc:spChg chg="mod">
          <ac:chgData name="Neha pandey" userId="e00f5ececc9ec5e0" providerId="LiveId" clId="{A6E24970-FEC8-4BA2-978E-10D3ADD99609}" dt="2026-08-05T17:36:39.685" v="392" actId="404"/>
          <ac:spMkLst>
            <pc:docMk/>
            <pc:sldMk cId="3079648892" sldId="257"/>
            <ac:spMk id="2" creationId="{B4060761-2BA1-77F0-C7E0-ECAD0BD621DF}"/>
          </ac:spMkLst>
        </pc:spChg>
        <pc:spChg chg="mod">
          <ac:chgData name="Neha pandey" userId="e00f5ececc9ec5e0" providerId="LiveId" clId="{A6E24970-FEC8-4BA2-978E-10D3ADD99609}" dt="2026-08-05T06:49:43.415" v="33" actId="27636"/>
          <ac:spMkLst>
            <pc:docMk/>
            <pc:sldMk cId="3079648892" sldId="257"/>
            <ac:spMk id="3" creationId="{CA9200BD-65D2-5D83-B2BC-F8E7A290F47E}"/>
          </ac:spMkLst>
        </pc:spChg>
        <pc:spChg chg="del mod">
          <ac:chgData name="Neha pandey" userId="e00f5ececc9ec5e0" providerId="LiveId" clId="{A6E24970-FEC8-4BA2-978E-10D3ADD99609}" dt="2026-08-05T07:02:13.851" v="34" actId="931"/>
          <ac:spMkLst>
            <pc:docMk/>
            <pc:sldMk cId="3079648892" sldId="257"/>
            <ac:spMk id="4" creationId="{982A3676-FAB7-D66C-4914-AD1022B70F58}"/>
          </ac:spMkLst>
        </pc:spChg>
        <pc:spChg chg="add mod">
          <ac:chgData name="Neha pandey" userId="e00f5ececc9ec5e0" providerId="LiveId" clId="{A6E24970-FEC8-4BA2-978E-10D3ADD99609}" dt="2026-08-05T17:29:58.140" v="355" actId="122"/>
          <ac:spMkLst>
            <pc:docMk/>
            <pc:sldMk cId="3079648892" sldId="257"/>
            <ac:spMk id="7" creationId="{91D7DABB-C912-720D-8AA3-0A6640FABEFB}"/>
          </ac:spMkLst>
        </pc:spChg>
        <pc:picChg chg="add mod ord">
          <ac:chgData name="Neha pandey" userId="e00f5ececc9ec5e0" providerId="LiveId" clId="{A6E24970-FEC8-4BA2-978E-10D3ADD99609}" dt="2026-08-05T07:02:21.670" v="36" actId="14100"/>
          <ac:picMkLst>
            <pc:docMk/>
            <pc:sldMk cId="3079648892" sldId="257"/>
            <ac:picMk id="6" creationId="{6EB030AA-58F6-DBA0-0202-38429C3EC3CA}"/>
          </ac:picMkLst>
        </pc:picChg>
      </pc:sldChg>
      <pc:sldChg chg="addSp delSp modSp new mod">
        <pc:chgData name="Neha pandey" userId="e00f5ececc9ec5e0" providerId="LiveId" clId="{A6E24970-FEC8-4BA2-978E-10D3ADD99609}" dt="2026-08-05T17:36:42.567" v="393" actId="404"/>
        <pc:sldMkLst>
          <pc:docMk/>
          <pc:sldMk cId="6151299" sldId="258"/>
        </pc:sldMkLst>
        <pc:spChg chg="mod">
          <ac:chgData name="Neha pandey" userId="e00f5ececc9ec5e0" providerId="LiveId" clId="{A6E24970-FEC8-4BA2-978E-10D3ADD99609}" dt="2026-08-05T17:36:42.567" v="393" actId="404"/>
          <ac:spMkLst>
            <pc:docMk/>
            <pc:sldMk cId="6151299" sldId="258"/>
            <ac:spMk id="2" creationId="{8C0980F7-876B-DF4C-1A52-8E8DF20E936D}"/>
          </ac:spMkLst>
        </pc:spChg>
        <pc:spChg chg="mod">
          <ac:chgData name="Neha pandey" userId="e00f5ececc9ec5e0" providerId="LiveId" clId="{A6E24970-FEC8-4BA2-978E-10D3ADD99609}" dt="2026-08-05T07:43:15.296" v="84" actId="113"/>
          <ac:spMkLst>
            <pc:docMk/>
            <pc:sldMk cId="6151299" sldId="258"/>
            <ac:spMk id="3" creationId="{255A41FC-89F6-94FA-B549-0A07E2744504}"/>
          </ac:spMkLst>
        </pc:spChg>
        <pc:spChg chg="add del mod">
          <ac:chgData name="Neha pandey" userId="e00f5ececc9ec5e0" providerId="LiveId" clId="{A6E24970-FEC8-4BA2-978E-10D3ADD99609}" dt="2026-08-05T08:06:41.590" v="138"/>
          <ac:spMkLst>
            <pc:docMk/>
            <pc:sldMk cId="6151299" sldId="258"/>
            <ac:spMk id="10" creationId="{90D4C45A-4AF6-AB7A-1677-6BF5BE5BF149}"/>
          </ac:spMkLst>
        </pc:spChg>
        <pc:picChg chg="add mod">
          <ac:chgData name="Neha pandey" userId="e00f5ececc9ec5e0" providerId="LiveId" clId="{A6E24970-FEC8-4BA2-978E-10D3ADD99609}" dt="2026-08-05T08:06:39.190" v="136" actId="1076"/>
          <ac:picMkLst>
            <pc:docMk/>
            <pc:sldMk cId="6151299" sldId="258"/>
            <ac:picMk id="5" creationId="{27A642C7-A8C9-BACF-354D-0F47FF98F792}"/>
          </ac:picMkLst>
        </pc:picChg>
        <pc:picChg chg="add mod">
          <ac:chgData name="Neha pandey" userId="e00f5ececc9ec5e0" providerId="LiveId" clId="{A6E24970-FEC8-4BA2-978E-10D3ADD99609}" dt="2026-08-05T07:28:37.152" v="79" actId="1076"/>
          <ac:picMkLst>
            <pc:docMk/>
            <pc:sldMk cId="6151299" sldId="258"/>
            <ac:picMk id="7" creationId="{43113457-0A48-DC9F-F0EF-F5AA78D61ED1}"/>
          </ac:picMkLst>
        </pc:picChg>
        <pc:picChg chg="add mod">
          <ac:chgData name="Neha pandey" userId="e00f5ececc9ec5e0" providerId="LiveId" clId="{A6E24970-FEC8-4BA2-978E-10D3ADD99609}" dt="2026-08-05T08:06:21.661" v="132" actId="1076"/>
          <ac:picMkLst>
            <pc:docMk/>
            <pc:sldMk cId="6151299" sldId="258"/>
            <ac:picMk id="9" creationId="{51BF748C-78E1-9A77-2E8D-1A99C108D0B6}"/>
          </ac:picMkLst>
        </pc:picChg>
      </pc:sldChg>
      <pc:sldChg chg="addSp modSp new mod">
        <pc:chgData name="Neha pandey" userId="e00f5ececc9ec5e0" providerId="LiveId" clId="{A6E24970-FEC8-4BA2-978E-10D3ADD99609}" dt="2026-08-05T17:22:43.679" v="295" actId="207"/>
        <pc:sldMkLst>
          <pc:docMk/>
          <pc:sldMk cId="1620006474" sldId="259"/>
        </pc:sldMkLst>
        <pc:spChg chg="mod">
          <ac:chgData name="Neha pandey" userId="e00f5ececc9ec5e0" providerId="LiveId" clId="{A6E24970-FEC8-4BA2-978E-10D3ADD99609}" dt="2026-08-05T17:22:43.679" v="295" actId="207"/>
          <ac:spMkLst>
            <pc:docMk/>
            <pc:sldMk cId="1620006474" sldId="259"/>
            <ac:spMk id="2" creationId="{BAA665DC-9B06-4450-3AF2-024CE2B8CE6A}"/>
          </ac:spMkLst>
        </pc:spChg>
        <pc:spChg chg="mod">
          <ac:chgData name="Neha pandey" userId="e00f5ececc9ec5e0" providerId="LiveId" clId="{A6E24970-FEC8-4BA2-978E-10D3ADD99609}" dt="2026-08-05T08:04:31.815" v="111" actId="113"/>
          <ac:spMkLst>
            <pc:docMk/>
            <pc:sldMk cId="1620006474" sldId="259"/>
            <ac:spMk id="3" creationId="{EBEF9BB2-95F4-0E48-3DAD-E88FCA338D99}"/>
          </ac:spMkLst>
        </pc:spChg>
        <pc:picChg chg="add mod">
          <ac:chgData name="Neha pandey" userId="e00f5ececc9ec5e0" providerId="LiveId" clId="{A6E24970-FEC8-4BA2-978E-10D3ADD99609}" dt="2026-08-05T08:04:59.626" v="112" actId="1076"/>
          <ac:picMkLst>
            <pc:docMk/>
            <pc:sldMk cId="1620006474" sldId="259"/>
            <ac:picMk id="5" creationId="{4E5E2980-6802-3B57-2E7B-21BD8E20419D}"/>
          </ac:picMkLst>
        </pc:picChg>
        <pc:picChg chg="add mod">
          <ac:chgData name="Neha pandey" userId="e00f5ececc9ec5e0" providerId="LiveId" clId="{A6E24970-FEC8-4BA2-978E-10D3ADD99609}" dt="2026-08-05T08:05:21.012" v="115" actId="14100"/>
          <ac:picMkLst>
            <pc:docMk/>
            <pc:sldMk cId="1620006474" sldId="259"/>
            <ac:picMk id="7" creationId="{B36C9E3D-3CF2-1B8D-41B8-B61C679B8246}"/>
          </ac:picMkLst>
        </pc:picChg>
      </pc:sldChg>
      <pc:sldChg chg="addSp delSp modSp new mod">
        <pc:chgData name="Neha pandey" userId="e00f5ececc9ec5e0" providerId="LiveId" clId="{A6E24970-FEC8-4BA2-978E-10D3ADD99609}" dt="2026-08-05T17:29:47.853" v="353" actId="114"/>
        <pc:sldMkLst>
          <pc:docMk/>
          <pc:sldMk cId="4228170719" sldId="260"/>
        </pc:sldMkLst>
        <pc:spChg chg="mod">
          <ac:chgData name="Neha pandey" userId="e00f5ececc9ec5e0" providerId="LiveId" clId="{A6E24970-FEC8-4BA2-978E-10D3ADD99609}" dt="2026-08-05T17:22:48.325" v="296" actId="207"/>
          <ac:spMkLst>
            <pc:docMk/>
            <pc:sldMk cId="4228170719" sldId="260"/>
            <ac:spMk id="2" creationId="{6E76AA2C-D1C0-1C0E-E908-5B9660FF362B}"/>
          </ac:spMkLst>
        </pc:spChg>
        <pc:spChg chg="mod">
          <ac:chgData name="Neha pandey" userId="e00f5ececc9ec5e0" providerId="LiveId" clId="{A6E24970-FEC8-4BA2-978E-10D3ADD99609}" dt="2026-08-05T08:34:31.827" v="276" actId="6549"/>
          <ac:spMkLst>
            <pc:docMk/>
            <pc:sldMk cId="4228170719" sldId="260"/>
            <ac:spMk id="3" creationId="{18F312E8-079D-39B3-667D-CB4881BCE273}"/>
          </ac:spMkLst>
        </pc:spChg>
        <pc:spChg chg="del mod">
          <ac:chgData name="Neha pandey" userId="e00f5ececc9ec5e0" providerId="LiveId" clId="{A6E24970-FEC8-4BA2-978E-10D3ADD99609}" dt="2026-08-05T08:30:31.219" v="248" actId="931"/>
          <ac:spMkLst>
            <pc:docMk/>
            <pc:sldMk cId="4228170719" sldId="260"/>
            <ac:spMk id="4" creationId="{0120A412-8A4E-AFE6-342C-608D2F3AA3FC}"/>
          </ac:spMkLst>
        </pc:spChg>
        <pc:spChg chg="add del mod">
          <ac:chgData name="Neha pandey" userId="e00f5ececc9ec5e0" providerId="LiveId" clId="{A6E24970-FEC8-4BA2-978E-10D3ADD99609}" dt="2026-08-05T08:08:06.136" v="154"/>
          <ac:spMkLst>
            <pc:docMk/>
            <pc:sldMk cId="4228170719" sldId="260"/>
            <ac:spMk id="5" creationId="{14283B3C-2CA8-3767-992E-48DFEF75093F}"/>
          </ac:spMkLst>
        </pc:spChg>
        <pc:spChg chg="add mod">
          <ac:chgData name="Neha pandey" userId="e00f5ececc9ec5e0" providerId="LiveId" clId="{A6E24970-FEC8-4BA2-978E-10D3ADD99609}" dt="2026-08-05T17:29:47.853" v="353" actId="114"/>
          <ac:spMkLst>
            <pc:docMk/>
            <pc:sldMk cId="4228170719" sldId="260"/>
            <ac:spMk id="8" creationId="{D11F39C0-5F2F-BB2B-3C5A-F6B245EB6264}"/>
          </ac:spMkLst>
        </pc:spChg>
        <pc:picChg chg="add mod ord">
          <ac:chgData name="Neha pandey" userId="e00f5ececc9ec5e0" providerId="LiveId" clId="{A6E24970-FEC8-4BA2-978E-10D3ADD99609}" dt="2026-08-05T08:30:57.403" v="255" actId="14100"/>
          <ac:picMkLst>
            <pc:docMk/>
            <pc:sldMk cId="4228170719" sldId="260"/>
            <ac:picMk id="7" creationId="{D2472E1E-241E-7E05-044B-D2929C3BF40C}"/>
          </ac:picMkLst>
        </pc:picChg>
      </pc:sldChg>
      <pc:sldChg chg="addSp delSp modSp new mod">
        <pc:chgData name="Neha pandey" userId="e00f5ececc9ec5e0" providerId="LiveId" clId="{A6E24970-FEC8-4BA2-978E-10D3ADD99609}" dt="2026-08-05T17:35:49.363" v="387" actId="404"/>
        <pc:sldMkLst>
          <pc:docMk/>
          <pc:sldMk cId="2111190389" sldId="261"/>
        </pc:sldMkLst>
        <pc:spChg chg="mod">
          <ac:chgData name="Neha pandey" userId="e00f5ececc9ec5e0" providerId="LiveId" clId="{A6E24970-FEC8-4BA2-978E-10D3ADD99609}" dt="2026-08-05T17:22:52.375" v="297" actId="207"/>
          <ac:spMkLst>
            <pc:docMk/>
            <pc:sldMk cId="2111190389" sldId="261"/>
            <ac:spMk id="2" creationId="{C88899C6-27D4-3799-BD62-04C030224017}"/>
          </ac:spMkLst>
        </pc:spChg>
        <pc:spChg chg="mod">
          <ac:chgData name="Neha pandey" userId="e00f5ececc9ec5e0" providerId="LiveId" clId="{A6E24970-FEC8-4BA2-978E-10D3ADD99609}" dt="2026-08-05T17:35:02.267" v="382" actId="120"/>
          <ac:spMkLst>
            <pc:docMk/>
            <pc:sldMk cId="2111190389" sldId="261"/>
            <ac:spMk id="3" creationId="{FCD4173B-FC09-22E0-7D7C-896E07B632F9}"/>
          </ac:spMkLst>
        </pc:spChg>
        <pc:spChg chg="del mod">
          <ac:chgData name="Neha pandey" userId="e00f5ececc9ec5e0" providerId="LiveId" clId="{A6E24970-FEC8-4BA2-978E-10D3ADD99609}" dt="2026-08-05T17:28:25.820" v="333" actId="931"/>
          <ac:spMkLst>
            <pc:docMk/>
            <pc:sldMk cId="2111190389" sldId="261"/>
            <ac:spMk id="4" creationId="{653F75A9-5D34-2807-47F8-9D12C5B1D3D0}"/>
          </ac:spMkLst>
        </pc:spChg>
        <pc:spChg chg="add mod">
          <ac:chgData name="Neha pandey" userId="e00f5ececc9ec5e0" providerId="LiveId" clId="{A6E24970-FEC8-4BA2-978E-10D3ADD99609}" dt="2026-08-05T17:35:49.363" v="387" actId="404"/>
          <ac:spMkLst>
            <pc:docMk/>
            <pc:sldMk cId="2111190389" sldId="261"/>
            <ac:spMk id="7" creationId="{B3EBE358-5C1D-ECCF-5EDF-6DA1F95B5714}"/>
          </ac:spMkLst>
        </pc:spChg>
        <pc:picChg chg="add mod ord">
          <ac:chgData name="Neha pandey" userId="e00f5ececc9ec5e0" providerId="LiveId" clId="{A6E24970-FEC8-4BA2-978E-10D3ADD99609}" dt="2026-08-05T17:32:56.761" v="367" actId="1076"/>
          <ac:picMkLst>
            <pc:docMk/>
            <pc:sldMk cId="2111190389" sldId="261"/>
            <ac:picMk id="6" creationId="{CD2AFED8-1CB0-F436-3EF2-31D2F31F7372}"/>
          </ac:picMkLst>
        </pc:picChg>
        <pc:picChg chg="add mod">
          <ac:chgData name="Neha pandey" userId="e00f5ececc9ec5e0" providerId="LiveId" clId="{A6E24970-FEC8-4BA2-978E-10D3ADD99609}" dt="2026-08-05T17:31:36.265" v="358" actId="1076"/>
          <ac:picMkLst>
            <pc:docMk/>
            <pc:sldMk cId="2111190389" sldId="261"/>
            <ac:picMk id="9" creationId="{3F4ABEDC-A2D3-48FE-814A-1B4FF252BF84}"/>
          </ac:picMkLst>
        </pc:picChg>
      </pc:sldChg>
      <pc:sldChg chg="addSp delSp modSp new mod">
        <pc:chgData name="Neha pandey" userId="e00f5ececc9ec5e0" providerId="LiveId" clId="{A6E24970-FEC8-4BA2-978E-10D3ADD99609}" dt="2026-08-05T17:50:11.282" v="636" actId="14100"/>
        <pc:sldMkLst>
          <pc:docMk/>
          <pc:sldMk cId="59238234" sldId="262"/>
        </pc:sldMkLst>
        <pc:spChg chg="mod">
          <ac:chgData name="Neha pandey" userId="e00f5ececc9ec5e0" providerId="LiveId" clId="{A6E24970-FEC8-4BA2-978E-10D3ADD99609}" dt="2026-08-05T17:50:11.282" v="636" actId="14100"/>
          <ac:spMkLst>
            <pc:docMk/>
            <pc:sldMk cId="59238234" sldId="262"/>
            <ac:spMk id="2" creationId="{88157EBF-19D1-66C7-E8F5-402A9594E0D6}"/>
          </ac:spMkLst>
        </pc:spChg>
        <pc:spChg chg="add mod">
          <ac:chgData name="Neha pandey" userId="e00f5ececc9ec5e0" providerId="LiveId" clId="{A6E24970-FEC8-4BA2-978E-10D3ADD99609}" dt="2026-08-05T17:43:41.049" v="484" actId="122"/>
          <ac:spMkLst>
            <pc:docMk/>
            <pc:sldMk cId="59238234" sldId="262"/>
            <ac:spMk id="18" creationId="{39BC8A75-2768-E057-BCD9-515DDDBBF46B}"/>
          </ac:spMkLst>
        </pc:spChg>
        <pc:spChg chg="add del mod">
          <ac:chgData name="Neha pandey" userId="e00f5ececc9ec5e0" providerId="LiveId" clId="{A6E24970-FEC8-4BA2-978E-10D3ADD99609}" dt="2026-08-05T17:40:07.608" v="434"/>
          <ac:spMkLst>
            <pc:docMk/>
            <pc:sldMk cId="59238234" sldId="262"/>
            <ac:spMk id="21" creationId="{124A9C64-D5D2-D180-7A89-5B0797F379EC}"/>
          </ac:spMkLst>
        </pc:spChg>
        <pc:spChg chg="add mod">
          <ac:chgData name="Neha pandey" userId="e00f5ececc9ec5e0" providerId="LiveId" clId="{A6E24970-FEC8-4BA2-978E-10D3ADD99609}" dt="2026-08-05T17:43:43.636" v="485" actId="122"/>
          <ac:spMkLst>
            <pc:docMk/>
            <pc:sldMk cId="59238234" sldId="262"/>
            <ac:spMk id="22" creationId="{A6A10381-3154-DC47-37BA-6339217C94B0}"/>
          </ac:spMkLst>
        </pc:spChg>
        <pc:spChg chg="add mod">
          <ac:chgData name="Neha pandey" userId="e00f5ececc9ec5e0" providerId="LiveId" clId="{A6E24970-FEC8-4BA2-978E-10D3ADD99609}" dt="2026-08-05T17:43:46.346" v="486" actId="122"/>
          <ac:spMkLst>
            <pc:docMk/>
            <pc:sldMk cId="59238234" sldId="262"/>
            <ac:spMk id="25" creationId="{05BF5272-5976-466C-FF82-23F4AD9440EC}"/>
          </ac:spMkLst>
        </pc:spChg>
        <pc:spChg chg="add mod">
          <ac:chgData name="Neha pandey" userId="e00f5ececc9ec5e0" providerId="LiveId" clId="{A6E24970-FEC8-4BA2-978E-10D3ADD99609}" dt="2026-08-05T17:49:18.726" v="634" actId="20577"/>
          <ac:spMkLst>
            <pc:docMk/>
            <pc:sldMk cId="59238234" sldId="262"/>
            <ac:spMk id="28" creationId="{3AB0474F-A5E0-CC5B-4341-B36CE30F9957}"/>
          </ac:spMkLst>
        </pc:spChg>
        <pc:spChg chg="add mod">
          <ac:chgData name="Neha pandey" userId="e00f5ececc9ec5e0" providerId="LiveId" clId="{A6E24970-FEC8-4BA2-978E-10D3ADD99609}" dt="2026-08-05T17:45:25.325" v="512" actId="122"/>
          <ac:spMkLst>
            <pc:docMk/>
            <pc:sldMk cId="59238234" sldId="262"/>
            <ac:spMk id="31" creationId="{2FB99D6F-598D-17D2-C98B-276EEAFC1076}"/>
          </ac:spMkLst>
        </pc:spChg>
        <pc:spChg chg="add del mod">
          <ac:chgData name="Neha pandey" userId="e00f5ececc9ec5e0" providerId="LiveId" clId="{A6E24970-FEC8-4BA2-978E-10D3ADD99609}" dt="2026-08-05T17:46:46.418" v="534" actId="1076"/>
          <ac:spMkLst>
            <pc:docMk/>
            <pc:sldMk cId="59238234" sldId="262"/>
            <ac:spMk id="34" creationId="{6D07AAAC-93DA-5EEA-4AFA-578A1481F5D5}"/>
          </ac:spMkLst>
        </pc:spChg>
        <pc:graphicFrameChg chg="add del modGraphic">
          <ac:chgData name="Neha pandey" userId="e00f5ececc9ec5e0" providerId="LiveId" clId="{A6E24970-FEC8-4BA2-978E-10D3ADD99609}" dt="2026-08-05T17:38:44.497" v="412" actId="3680"/>
          <ac:graphicFrameMkLst>
            <pc:docMk/>
            <pc:sldMk cId="59238234" sldId="262"/>
            <ac:graphicFrameMk id="15" creationId="{1B2206A9-FEA0-87A5-703F-3F843886E639}"/>
          </ac:graphicFrameMkLst>
        </pc:graphicFrameChg>
        <pc:graphicFrameChg chg="add mod">
          <ac:chgData name="Neha pandey" userId="e00f5ececc9ec5e0" providerId="LiveId" clId="{A6E24970-FEC8-4BA2-978E-10D3ADD99609}" dt="2026-08-05T17:46:29.748" v="527"/>
          <ac:graphicFrameMkLst>
            <pc:docMk/>
            <pc:sldMk cId="59238234" sldId="262"/>
            <ac:graphicFrameMk id="35" creationId="{43BB1DDD-946D-09D4-9C94-367A15E01D7C}"/>
          </ac:graphicFrameMkLst>
        </pc:graphicFrameChg>
        <pc:graphicFrameChg chg="add mod">
          <ac:chgData name="Neha pandey" userId="e00f5ececc9ec5e0" providerId="LiveId" clId="{A6E24970-FEC8-4BA2-978E-10D3ADD99609}" dt="2026-08-05T17:46:29.748" v="527"/>
          <ac:graphicFrameMkLst>
            <pc:docMk/>
            <pc:sldMk cId="59238234" sldId="262"/>
            <ac:graphicFrameMk id="36" creationId="{5C101E45-562A-2BDE-5CC6-57C727AB9495}"/>
          </ac:graphicFrameMkLst>
        </pc:graphicFrameChg>
        <pc:graphicFrameChg chg="add mod">
          <ac:chgData name="Neha pandey" userId="e00f5ececc9ec5e0" providerId="LiveId" clId="{A6E24970-FEC8-4BA2-978E-10D3ADD99609}" dt="2026-08-05T17:46:34.951" v="531"/>
          <ac:graphicFrameMkLst>
            <pc:docMk/>
            <pc:sldMk cId="59238234" sldId="262"/>
            <ac:graphicFrameMk id="37" creationId="{A88234D6-9B16-9E0B-D200-129031E1C403}"/>
          </ac:graphicFrameMkLst>
        </pc:graphicFrameChg>
        <pc:graphicFrameChg chg="add mod">
          <ac:chgData name="Neha pandey" userId="e00f5ececc9ec5e0" providerId="LiveId" clId="{A6E24970-FEC8-4BA2-978E-10D3ADD99609}" dt="2026-08-05T17:46:34.951" v="531"/>
          <ac:graphicFrameMkLst>
            <pc:docMk/>
            <pc:sldMk cId="59238234" sldId="262"/>
            <ac:graphicFrameMk id="38" creationId="{C20AF4F2-A19F-5A69-C56D-29BFEB376174}"/>
          </ac:graphicFrameMkLst>
        </pc:graphicFrameChg>
        <pc:graphicFrameChg chg="add mod">
          <ac:chgData name="Neha pandey" userId="e00f5ececc9ec5e0" providerId="LiveId" clId="{A6E24970-FEC8-4BA2-978E-10D3ADD99609}" dt="2026-08-05T17:46:48.366" v="535"/>
          <ac:graphicFrameMkLst>
            <pc:docMk/>
            <pc:sldMk cId="59238234" sldId="262"/>
            <ac:graphicFrameMk id="39" creationId="{4F0E2049-1A27-0354-93E7-8D84F8E136C7}"/>
          </ac:graphicFrameMkLst>
        </pc:graphicFrameChg>
        <pc:graphicFrameChg chg="add mod modGraphic">
          <ac:chgData name="Neha pandey" userId="e00f5ececc9ec5e0" providerId="LiveId" clId="{A6E24970-FEC8-4BA2-978E-10D3ADD99609}" dt="2026-08-05T17:48:50.257" v="553"/>
          <ac:graphicFrameMkLst>
            <pc:docMk/>
            <pc:sldMk cId="59238234" sldId="262"/>
            <ac:graphicFrameMk id="40" creationId="{86957578-08F3-CC86-0744-D63E41CDA9BD}"/>
          </ac:graphicFrameMkLst>
        </pc:graphicFrame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4" creationId="{15E408DE-DAAB-62C0-806B-A49EE45FB6B7}"/>
          </ac:picMkLst>
        </pc:pic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6" creationId="{37BFEF10-C20E-231F-CDFB-CBE2F2C4C08F}"/>
          </ac:picMkLst>
        </pc:pic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8" creationId="{28BCF856-A26E-1886-082F-ADA643E33A6D}"/>
          </ac:picMkLst>
        </pc:pic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10" creationId="{805FE0A1-6210-3AE6-6FE1-1EE28E5A196E}"/>
          </ac:picMkLst>
        </pc:pic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12" creationId="{20E91121-F298-0974-89EF-B334157060EF}"/>
          </ac:picMkLst>
        </pc:picChg>
        <pc:picChg chg="add del mod">
          <ac:chgData name="Neha pandey" userId="e00f5ececc9ec5e0" providerId="LiveId" clId="{A6E24970-FEC8-4BA2-978E-10D3ADD99609}" dt="2026-08-05T17:38:19.654" v="406" actId="478"/>
          <ac:picMkLst>
            <pc:docMk/>
            <pc:sldMk cId="59238234" sldId="262"/>
            <ac:picMk id="14" creationId="{FE4D882B-E459-FB45-78A6-92CF894E4849}"/>
          </ac:picMkLst>
        </pc:picChg>
        <pc:picChg chg="add mod">
          <ac:chgData name="Neha pandey" userId="e00f5ececc9ec5e0" providerId="LiveId" clId="{A6E24970-FEC8-4BA2-978E-10D3ADD99609}" dt="2026-08-05T17:41:30.824" v="455" actId="14100"/>
          <ac:picMkLst>
            <pc:docMk/>
            <pc:sldMk cId="59238234" sldId="262"/>
            <ac:picMk id="17" creationId="{764E8E16-C52A-F22F-84EA-0E8BBB8CE7A1}"/>
          </ac:picMkLst>
        </pc:picChg>
        <pc:picChg chg="add mod">
          <ac:chgData name="Neha pandey" userId="e00f5ececc9ec5e0" providerId="LiveId" clId="{A6E24970-FEC8-4BA2-978E-10D3ADD99609}" dt="2026-08-05T17:41:15.982" v="451" actId="1076"/>
          <ac:picMkLst>
            <pc:docMk/>
            <pc:sldMk cId="59238234" sldId="262"/>
            <ac:picMk id="20" creationId="{C976E3EE-8B0F-1848-2698-D791F8E3D5DE}"/>
          </ac:picMkLst>
        </pc:picChg>
        <pc:picChg chg="add mod">
          <ac:chgData name="Neha pandey" userId="e00f5ececc9ec5e0" providerId="LiveId" clId="{A6E24970-FEC8-4BA2-978E-10D3ADD99609}" dt="2026-08-05T17:42:06.925" v="463" actId="1076"/>
          <ac:picMkLst>
            <pc:docMk/>
            <pc:sldMk cId="59238234" sldId="262"/>
            <ac:picMk id="24" creationId="{F96E3546-E89B-398B-AF0B-4A9848435CC5}"/>
          </ac:picMkLst>
        </pc:picChg>
        <pc:picChg chg="add mod">
          <ac:chgData name="Neha pandey" userId="e00f5ececc9ec5e0" providerId="LiveId" clId="{A6E24970-FEC8-4BA2-978E-10D3ADD99609}" dt="2026-08-05T17:42:43.491" v="472" actId="14100"/>
          <ac:picMkLst>
            <pc:docMk/>
            <pc:sldMk cId="59238234" sldId="262"/>
            <ac:picMk id="27" creationId="{6EC270D7-DB45-44BB-24D3-3CFCB2539EF5}"/>
          </ac:picMkLst>
        </pc:picChg>
        <pc:picChg chg="add mod">
          <ac:chgData name="Neha pandey" userId="e00f5ececc9ec5e0" providerId="LiveId" clId="{A6E24970-FEC8-4BA2-978E-10D3ADD99609}" dt="2026-08-05T17:44:40.133" v="498" actId="1076"/>
          <ac:picMkLst>
            <pc:docMk/>
            <pc:sldMk cId="59238234" sldId="262"/>
            <ac:picMk id="30" creationId="{F1C1C2C2-3019-DFB5-CCCA-7D0BCC0AF684}"/>
          </ac:picMkLst>
        </pc:picChg>
        <pc:picChg chg="add mod">
          <ac:chgData name="Neha pandey" userId="e00f5ececc9ec5e0" providerId="LiveId" clId="{A6E24970-FEC8-4BA2-978E-10D3ADD99609}" dt="2026-08-05T17:47:17.616" v="539" actId="1076"/>
          <ac:picMkLst>
            <pc:docMk/>
            <pc:sldMk cId="59238234" sldId="262"/>
            <ac:picMk id="33" creationId="{E44FB96D-02B6-96CF-183F-53633618BC84}"/>
          </ac:picMkLst>
        </pc:picChg>
      </pc:sldChg>
      <pc:sldChg chg="addSp modSp new mod">
        <pc:chgData name="Neha pandey" userId="e00f5ececc9ec5e0" providerId="LiveId" clId="{A6E24970-FEC8-4BA2-978E-10D3ADD99609}" dt="2026-08-05T17:55:11.550" v="683" actId="14100"/>
        <pc:sldMkLst>
          <pc:docMk/>
          <pc:sldMk cId="3393080650" sldId="263"/>
        </pc:sldMkLst>
        <pc:spChg chg="mod">
          <ac:chgData name="Neha pandey" userId="e00f5ececc9ec5e0" providerId="LiveId" clId="{A6E24970-FEC8-4BA2-978E-10D3ADD99609}" dt="2026-08-05T17:51:22.959" v="647" actId="14100"/>
          <ac:spMkLst>
            <pc:docMk/>
            <pc:sldMk cId="3393080650" sldId="263"/>
            <ac:spMk id="2" creationId="{F823A622-B173-5D2D-533D-BAD050F3B2A0}"/>
          </ac:spMkLst>
        </pc:spChg>
        <pc:spChg chg="mod">
          <ac:chgData name="Neha pandey" userId="e00f5ececc9ec5e0" providerId="LiveId" clId="{A6E24970-FEC8-4BA2-978E-10D3ADD99609}" dt="2026-08-05T17:52:41.242" v="664" actId="27636"/>
          <ac:spMkLst>
            <pc:docMk/>
            <pc:sldMk cId="3393080650" sldId="263"/>
            <ac:spMk id="3" creationId="{43983356-3AC7-449B-AD28-F27316EF00D6}"/>
          </ac:spMkLst>
        </pc:spChg>
        <pc:spChg chg="mod">
          <ac:chgData name="Neha pandey" userId="e00f5ececc9ec5e0" providerId="LiveId" clId="{A6E24970-FEC8-4BA2-978E-10D3ADD99609}" dt="2026-08-05T17:53:32.206" v="672" actId="404"/>
          <ac:spMkLst>
            <pc:docMk/>
            <pc:sldMk cId="3393080650" sldId="263"/>
            <ac:spMk id="4" creationId="{77F2E083-016F-43AB-7973-729FF711E5C1}"/>
          </ac:spMkLst>
        </pc:spChg>
        <pc:picChg chg="add mod">
          <ac:chgData name="Neha pandey" userId="e00f5ececc9ec5e0" providerId="LiveId" clId="{A6E24970-FEC8-4BA2-978E-10D3ADD99609}" dt="2026-08-05T17:55:11.550" v="683" actId="14100"/>
          <ac:picMkLst>
            <pc:docMk/>
            <pc:sldMk cId="3393080650" sldId="263"/>
            <ac:picMk id="6" creationId="{A47BE742-9F40-DF7A-D5BB-55F3AF820769}"/>
          </ac:picMkLst>
        </pc:picChg>
      </pc:sldChg>
      <pc:sldChg chg="addSp delSp modSp new mod">
        <pc:chgData name="Neha pandey" userId="e00f5ececc9ec5e0" providerId="LiveId" clId="{A6E24970-FEC8-4BA2-978E-10D3ADD99609}" dt="2026-08-05T18:02:37.074" v="737" actId="113"/>
        <pc:sldMkLst>
          <pc:docMk/>
          <pc:sldMk cId="3527608184" sldId="264"/>
        </pc:sldMkLst>
        <pc:spChg chg="mod">
          <ac:chgData name="Neha pandey" userId="e00f5ececc9ec5e0" providerId="LiveId" clId="{A6E24970-FEC8-4BA2-978E-10D3ADD99609}" dt="2026-08-05T17:56:47.417" v="692" actId="14100"/>
          <ac:spMkLst>
            <pc:docMk/>
            <pc:sldMk cId="3527608184" sldId="264"/>
            <ac:spMk id="2" creationId="{15AF707F-FED2-13FB-6689-8E53EDA5A487}"/>
          </ac:spMkLst>
        </pc:spChg>
        <pc:spChg chg="mod">
          <ac:chgData name="Neha pandey" userId="e00f5ececc9ec5e0" providerId="LiveId" clId="{A6E24970-FEC8-4BA2-978E-10D3ADD99609}" dt="2026-08-05T18:01:59.178" v="734" actId="113"/>
          <ac:spMkLst>
            <pc:docMk/>
            <pc:sldMk cId="3527608184" sldId="264"/>
            <ac:spMk id="3" creationId="{C1CF3852-17D3-1B32-465C-7DCAB2C39193}"/>
          </ac:spMkLst>
        </pc:spChg>
        <pc:spChg chg="mod">
          <ac:chgData name="Neha pandey" userId="e00f5ececc9ec5e0" providerId="LiveId" clId="{A6E24970-FEC8-4BA2-978E-10D3ADD99609}" dt="2026-08-05T18:02:37.074" v="737" actId="113"/>
          <ac:spMkLst>
            <pc:docMk/>
            <pc:sldMk cId="3527608184" sldId="264"/>
            <ac:spMk id="4" creationId="{752722CF-3257-DF55-6FDC-A1F026448E86}"/>
          </ac:spMkLst>
        </pc:spChg>
        <pc:picChg chg="add del mod">
          <ac:chgData name="Neha pandey" userId="e00f5ececc9ec5e0" providerId="LiveId" clId="{A6E24970-FEC8-4BA2-978E-10D3ADD99609}" dt="2026-08-05T17:59:51.614" v="722" actId="478"/>
          <ac:picMkLst>
            <pc:docMk/>
            <pc:sldMk cId="3527608184" sldId="264"/>
            <ac:picMk id="6" creationId="{C87DE445-3629-454A-D1A6-281AF128A425}"/>
          </ac:picMkLst>
        </pc:picChg>
        <pc:picChg chg="add mod">
          <ac:chgData name="Neha pandey" userId="e00f5ececc9ec5e0" providerId="LiveId" clId="{A6E24970-FEC8-4BA2-978E-10D3ADD99609}" dt="2026-08-05T18:00:50.839" v="730" actId="14100"/>
          <ac:picMkLst>
            <pc:docMk/>
            <pc:sldMk cId="3527608184" sldId="264"/>
            <ac:picMk id="8" creationId="{2AD703B1-73BB-5DA4-ABED-F1D62E832523}"/>
          </ac:picMkLst>
        </pc:picChg>
        <pc:picChg chg="add mod">
          <ac:chgData name="Neha pandey" userId="e00f5ececc9ec5e0" providerId="LiveId" clId="{A6E24970-FEC8-4BA2-978E-10D3ADD99609}" dt="2026-08-05T18:00:36.439" v="728" actId="14100"/>
          <ac:picMkLst>
            <pc:docMk/>
            <pc:sldMk cId="3527608184" sldId="264"/>
            <ac:picMk id="10" creationId="{444920C0-FFB1-4D42-090B-5C7DCE226554}"/>
          </ac:picMkLst>
        </pc:picChg>
      </pc:sldChg>
      <pc:sldChg chg="addSp delSp modSp new mod">
        <pc:chgData name="Neha pandey" userId="e00f5ececc9ec5e0" providerId="LiveId" clId="{A6E24970-FEC8-4BA2-978E-10D3ADD99609}" dt="2026-08-05T18:15:18.518" v="810" actId="113"/>
        <pc:sldMkLst>
          <pc:docMk/>
          <pc:sldMk cId="1409676918" sldId="265"/>
        </pc:sldMkLst>
        <pc:spChg chg="mod">
          <ac:chgData name="Neha pandey" userId="e00f5ececc9ec5e0" providerId="LiveId" clId="{A6E24970-FEC8-4BA2-978E-10D3ADD99609}" dt="2026-08-05T18:13:39.349" v="803" actId="14100"/>
          <ac:spMkLst>
            <pc:docMk/>
            <pc:sldMk cId="1409676918" sldId="265"/>
            <ac:spMk id="2" creationId="{6615BA80-AC7A-300C-DC0A-924024BAF9B2}"/>
          </ac:spMkLst>
        </pc:spChg>
        <pc:spChg chg="mod">
          <ac:chgData name="Neha pandey" userId="e00f5ececc9ec5e0" providerId="LiveId" clId="{A6E24970-FEC8-4BA2-978E-10D3ADD99609}" dt="2026-08-05T18:13:51.542" v="805" actId="14100"/>
          <ac:spMkLst>
            <pc:docMk/>
            <pc:sldMk cId="1409676918" sldId="265"/>
            <ac:spMk id="3" creationId="{02B86453-AA6F-CE6A-C887-6C8D46015BE7}"/>
          </ac:spMkLst>
        </pc:spChg>
        <pc:spChg chg="add mod">
          <ac:chgData name="Neha pandey" userId="e00f5ececc9ec5e0" providerId="LiveId" clId="{A6E24970-FEC8-4BA2-978E-10D3ADD99609}" dt="2026-08-05T18:15:18.518" v="810" actId="113"/>
          <ac:spMkLst>
            <pc:docMk/>
            <pc:sldMk cId="1409676918" sldId="265"/>
            <ac:spMk id="5" creationId="{4FBCC9D6-693F-97B5-4E49-7280CF85E98A}"/>
          </ac:spMkLst>
        </pc:spChg>
        <pc:graphicFrameChg chg="add del mod modGraphic">
          <ac:chgData name="Neha pandey" userId="e00f5ececc9ec5e0" providerId="LiveId" clId="{A6E24970-FEC8-4BA2-978E-10D3ADD99609}" dt="2026-08-05T18:08:34.111" v="773" actId="1032"/>
          <ac:graphicFrameMkLst>
            <pc:docMk/>
            <pc:sldMk cId="1409676918" sldId="265"/>
            <ac:graphicFrameMk id="4" creationId="{7AF3C773-6A88-64C3-96A8-A4AE81227023}"/>
          </ac:graphicFrameMkLst>
        </pc:graphicFrameChg>
        <pc:picChg chg="add del mod">
          <ac:chgData name="Neha pandey" userId="e00f5ececc9ec5e0" providerId="LiveId" clId="{A6E24970-FEC8-4BA2-978E-10D3ADD99609}" dt="2026-08-05T18:11:50.286" v="787" actId="478"/>
          <ac:picMkLst>
            <pc:docMk/>
            <pc:sldMk cId="1409676918" sldId="265"/>
            <ac:picMk id="7" creationId="{1C15F882-73CB-DB2F-8EC1-03DC65DC895C}"/>
          </ac:picMkLst>
        </pc:picChg>
        <pc:picChg chg="add mod">
          <ac:chgData name="Neha pandey" userId="e00f5ececc9ec5e0" providerId="LiveId" clId="{A6E24970-FEC8-4BA2-978E-10D3ADD99609}" dt="2026-08-05T18:13:59.864" v="807" actId="1076"/>
          <ac:picMkLst>
            <pc:docMk/>
            <pc:sldMk cId="1409676918" sldId="265"/>
            <ac:picMk id="9" creationId="{10CF8052-7C7A-E03A-0050-F143F5110E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DF4F6-B2D3-4CBD-8009-429B974966BB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341D8-3918-464D-970F-9A5C1AA9D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2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341D8-3918-464D-970F-9A5C1AA9D5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1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F4B3-9428-D12D-1AD2-7A2546BED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C8D4C-E019-D761-E8DE-778BECFCB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8F3B-65B8-311B-38F7-4C0D4D920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41634-2C7A-CC37-7CE4-1F0BF1B5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1D0D-4EAB-123B-9CC9-7D004ADD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6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967D-C15D-354D-D29E-2C0B2514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486EE-9C81-AD36-DA3F-518754D2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61E2-591A-D1A8-9070-B32A3CCF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2CF0B-8AC8-C20F-B218-6AB7A77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4010-539A-5479-FF44-F84460DD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2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9F472-BE67-0B45-D43F-F891C49C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C511-1668-7DB6-9CC9-B2539566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3D012-7BA3-2EC8-7AF3-693FD8BB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F0A1-8D59-A8CD-5FCB-69A9A712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46CAF-E370-47E9-9829-E83AA222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B1C7-71BD-A1A7-6ECF-14C7EA44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58B9A-7DE5-96B4-3DBE-493E046A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AAA34-8608-7D22-9B40-59988F29F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C547D-D353-059A-B904-FBE9FEF0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17777-69A8-98DB-35DC-AD7573AB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EED44-68D9-2285-213F-B3932D72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8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F9A4-8FA6-9AB4-FE5A-492A98D3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6BFB4-F05B-DAD4-4635-A08ADCFD8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30854-7AFB-159D-C854-5F52E7E91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7558C-4BBF-14DB-2346-0E54878C6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02ACD-0A5E-F05B-FCA3-BEF244BC2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3CF21-48F0-8F56-F1FB-2CD10BDE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23896-6189-3728-0110-F32C7E67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D97CB-4CBD-5A78-2A2D-32E5B419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9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D025-8ECB-0ECF-AF1A-71794754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74C7E-202A-82C9-0B7F-64ACF370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8FF22-C113-FB6C-9884-297F7391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85274-D20D-D4A8-10EB-A2D828D8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7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7064E-C6C6-793B-5024-B57BF53D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EF512-E03E-FE29-B5F1-5C72DE44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D0336-4D28-FD88-C590-FDE9ADF8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2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5735-FE72-5DE0-E7DC-F9FA40FC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9B10-C6BD-A680-75A6-45EE2D53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79003-E746-FCD1-2347-46866727D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8CDCC-63C5-1A4A-C1A5-B9B920C0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2D947-0003-FFF6-954E-6C5E5473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E0A0F-A088-A388-8845-2128A3E9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1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5A76-2BA3-4DC6-DFED-AF4FA8A9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E9A2B-1B2E-2B3F-00DA-4437AB7F3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8FF3E-F012-B5C5-A9C6-C4072409A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8A4D6-3028-EF55-024D-E4E4372D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829D1-EDD3-BF5C-ABD6-4299FF7F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6CA69-64A5-7F35-67EB-3342EC29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9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6255-E9EB-181F-9535-CC65109F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FB15F-54CD-DD4F-0E77-83AA9749D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2AAE4-49AD-A36D-0A5A-676E7A291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517A0-7D2C-237A-D468-A412A658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7D425-B6FA-C41D-649E-E3C16B5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6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123BF-D6BC-B78A-3392-319E32C2B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E4340-C98D-31CA-0AD6-83A5C3EF8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973F7-78C4-F6DE-67D8-7507902B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4133A-8E75-35A7-92AA-9A7E2521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E550A-BF2D-5BB1-15A2-CBC3763A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0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3C837-7D0E-3401-C860-AE074F61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66BD6-C2DD-3342-B3E7-D159CEB4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C0087-67ED-BA64-D0B6-88C447451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B5082-4B89-4FAA-8D14-410CBA679B9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5CEC9-B4DE-DC98-ECD5-12B855E45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1EA7-1D24-A209-9445-AF58EF319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60D86-7830-4F5E-9A09-D9908A13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7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072660-7122-621A-42A0-AD13B4DBB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HCAHPS Patient Experience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FF22DA-6EE7-99E6-0BD9-0F6E0D9E1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Final Executive Presentation</a:t>
            </a:r>
            <a:br>
              <a:rPr lang="en-US" dirty="0"/>
            </a:br>
            <a:r>
              <a:rPr lang="en-US" b="1" dirty="0"/>
              <a:t>Prepared By: Neha Pandey</a:t>
            </a:r>
            <a:br>
              <a:rPr lang="en-US" dirty="0"/>
            </a:br>
            <a:r>
              <a:rPr lang="en-US" b="1" dirty="0"/>
              <a:t>Data Analytics Internship</a:t>
            </a:r>
            <a:br>
              <a:rPr lang="en-US" dirty="0"/>
            </a:br>
            <a:r>
              <a:rPr lang="en-US" b="1" dirty="0"/>
              <a:t>Submission Date: 6 August 2026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86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0761-2BA1-77F0-C7E0-ECAD0BD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73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Organization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  <a:r>
              <a:rPr lang="en-US" sz="3600" b="1" dirty="0">
                <a:solidFill>
                  <a:schemeClr val="accent1"/>
                </a:solidFill>
              </a:rPr>
              <a:t>Overview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00BD-65D2-5D83-B2BC-F8E7A290F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0174"/>
            <a:ext cx="5181600" cy="50926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About HCAHPS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/>
              <a:t>The </a:t>
            </a:r>
            <a:r>
              <a:rPr lang="en-US" sz="1800" b="1" dirty="0"/>
              <a:t>Hospital Consumer Assessment of Healthcare Providers and Systems (HCAHPS)</a:t>
            </a:r>
            <a:r>
              <a:rPr lang="en-US" sz="1800" dirty="0"/>
              <a:t> is a standardized national survey that measures patients' perspectives on hospital care.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/>
              <a:t>The survey helps healthcare organizations to: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Measure patient satisfaction.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Evaluate healthcare service quality.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Compare hospital performance.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Support data-driven decision-making.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Improve patient experience across hospitals.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B030AA-58F6-DBA0-0202-38429C3EC3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514" y="1400175"/>
            <a:ext cx="5020285" cy="4027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D7DABB-C912-720D-8AA3-0A6640FABEFB}"/>
              </a:ext>
            </a:extLst>
          </p:cNvPr>
          <p:cNvSpPr txBox="1"/>
          <p:nvPr/>
        </p:nvSpPr>
        <p:spPr>
          <a:xfrm>
            <a:off x="6333514" y="5427819"/>
            <a:ext cx="5020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HCAHPS Patient Experience Dashboard</a:t>
            </a:r>
          </a:p>
        </p:txBody>
      </p:sp>
    </p:spTree>
    <p:extLst>
      <p:ext uri="{BB962C8B-B14F-4D97-AF65-F5344CB8AC3E}">
        <p14:creationId xmlns:p14="http://schemas.microsoft.com/office/powerpoint/2010/main" val="307964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0F7-876B-DF4C-1A52-8E8DF20E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935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Business</a:t>
            </a:r>
            <a:r>
              <a:rPr lang="en-US" sz="5400" b="1" dirty="0">
                <a:solidFill>
                  <a:schemeClr val="accent1"/>
                </a:solidFill>
              </a:rPr>
              <a:t> </a:t>
            </a:r>
            <a:r>
              <a:rPr lang="en-US" sz="3600" b="1" dirty="0">
                <a:solidFill>
                  <a:schemeClr val="accent1"/>
                </a:solidFill>
              </a:rPr>
              <a:t>Problem</a:t>
            </a:r>
            <a:endParaRPr lang="en-US" sz="54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41FC-89F6-94FA-B549-0A07E2744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50355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/>
              <a:t>Healthcare organizations face several challenges in monitoring and improving patient satisfaction: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/>
              <a:t>Patient satisfaction </a:t>
            </a:r>
            <a:r>
              <a:rPr lang="en-US" sz="2400" dirty="0"/>
              <a:t>varies across hospitals, states, and regions.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Large volumes of </a:t>
            </a:r>
            <a:r>
              <a:rPr lang="en-US" sz="2400" b="1" dirty="0"/>
              <a:t>HCAHPS survey data </a:t>
            </a:r>
            <a:r>
              <a:rPr lang="en-US" sz="2400" dirty="0"/>
              <a:t>make manual analysis difficult.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Identifying low-performing quality measures requires significant time and effort.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Hospital administrators need </a:t>
            </a:r>
            <a:r>
              <a:rPr lang="en-US" sz="2400" b="1" dirty="0"/>
              <a:t>interactive dashboards </a:t>
            </a:r>
            <a:r>
              <a:rPr lang="en-US" sz="2400" dirty="0"/>
              <a:t>for faster and more accurate decision-making.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Healthcare organizations require </a:t>
            </a:r>
            <a:r>
              <a:rPr lang="en-US" sz="2400" b="1" dirty="0"/>
              <a:t>data-driven insights </a:t>
            </a:r>
            <a:r>
              <a:rPr lang="en-US" sz="2400" dirty="0"/>
              <a:t>to improve </a:t>
            </a:r>
            <a:r>
              <a:rPr lang="en-US" sz="2400" b="1" dirty="0"/>
              <a:t>patient experience </a:t>
            </a:r>
            <a:r>
              <a:rPr lang="en-US" sz="2400" dirty="0"/>
              <a:t>and service quality.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5" name="Graphic 4" descr="Hospital">
            <a:extLst>
              <a:ext uri="{FF2B5EF4-FFF2-40B4-BE49-F238E27FC236}">
                <a16:creationId xmlns:a16="http://schemas.microsoft.com/office/drawing/2014/main" id="{27A642C7-A8C9-BACF-354D-0F47FF98F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1806" y="5924630"/>
            <a:ext cx="919163" cy="933370"/>
          </a:xfrm>
          <a:prstGeom prst="rect">
            <a:avLst/>
          </a:prstGeom>
        </p:spPr>
      </p:pic>
      <p:pic>
        <p:nvPicPr>
          <p:cNvPr id="7" name="Graphic 6" descr="Doctor">
            <a:extLst>
              <a:ext uri="{FF2B5EF4-FFF2-40B4-BE49-F238E27FC236}">
                <a16:creationId xmlns:a16="http://schemas.microsoft.com/office/drawing/2014/main" id="{43113457-0A48-DC9F-F0EF-F5AA78D61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6988" y="570706"/>
            <a:ext cx="914400" cy="914400"/>
          </a:xfrm>
          <a:prstGeom prst="rect">
            <a:avLst/>
          </a:prstGeom>
        </p:spPr>
      </p:pic>
      <p:pic>
        <p:nvPicPr>
          <p:cNvPr id="9" name="Graphic 8" descr="Medical">
            <a:extLst>
              <a:ext uri="{FF2B5EF4-FFF2-40B4-BE49-F238E27FC236}">
                <a16:creationId xmlns:a16="http://schemas.microsoft.com/office/drawing/2014/main" id="{51BF748C-78E1-9A77-2E8D-1A99C108D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787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65DC-9B06-4450-3AF2-024CE2B8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9BB2-95F4-0E48-3DAD-E88FCA338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526"/>
            <a:ext cx="10515600" cy="5213347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US" sz="2000" dirty="0"/>
              <a:t>Analyze</a:t>
            </a:r>
            <a:r>
              <a:rPr lang="en-US" sz="2000" b="1" dirty="0"/>
              <a:t> HCAHPS </a:t>
            </a:r>
            <a:r>
              <a:rPr lang="en-US" sz="2000" dirty="0"/>
              <a:t>patient satisfaction data. 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Evaluate hospital performance across states and regions. 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Develop an interactive </a:t>
            </a:r>
            <a:r>
              <a:rPr lang="en-US" sz="2000" b="1" dirty="0"/>
              <a:t>Power BI </a:t>
            </a:r>
            <a:r>
              <a:rPr lang="en-US" sz="2000" dirty="0"/>
              <a:t>dashboard. 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Identify trends and performance gaps using data analysis. 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Generate actionable </a:t>
            </a:r>
            <a:r>
              <a:rPr lang="en-US" sz="2000" b="1" dirty="0"/>
              <a:t>business insights </a:t>
            </a:r>
            <a:r>
              <a:rPr lang="en-US" sz="2000" dirty="0"/>
              <a:t>and </a:t>
            </a:r>
            <a:r>
              <a:rPr lang="en-US" sz="2000" b="1" dirty="0"/>
              <a:t>executive recommendations</a:t>
            </a:r>
            <a:r>
              <a:rPr lang="en-US" sz="2000" dirty="0"/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Support </a:t>
            </a:r>
            <a:r>
              <a:rPr lang="en-US" sz="2000" b="1" dirty="0"/>
              <a:t>data-driven</a:t>
            </a:r>
            <a:r>
              <a:rPr lang="en-US" sz="2000" dirty="0"/>
              <a:t> healthcare decision-making.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Bar graph with upward trend">
            <a:extLst>
              <a:ext uri="{FF2B5EF4-FFF2-40B4-BE49-F238E27FC236}">
                <a16:creationId xmlns:a16="http://schemas.microsoft.com/office/drawing/2014/main" id="{4E5E2980-6802-3B57-2E7B-21BD8E204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82576"/>
            <a:ext cx="914400" cy="914400"/>
          </a:xfrm>
          <a:prstGeom prst="rect">
            <a:avLst/>
          </a:prstGeom>
        </p:spPr>
      </p:pic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B36C9E3D-3CF2-1B8D-41B8-B61C679B8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0865" y="6015038"/>
            <a:ext cx="642934" cy="64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06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AA2C-D1C0-1C0E-E908-5B9660FF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682"/>
            <a:ext cx="10515600" cy="7647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Dataset Overview &amp;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12E8-079D-39B3-667D-CB4881BCE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362" y="1042988"/>
            <a:ext cx="5110163" cy="57007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/>
              <a:t>Dataset Summary</a:t>
            </a:r>
          </a:p>
          <a:p>
            <a:pPr lvl="0" algn="just"/>
            <a:r>
              <a:rPr lang="en-US" sz="2600" b="1" dirty="0"/>
              <a:t>Dataset:</a:t>
            </a:r>
            <a:r>
              <a:rPr lang="en-US" sz="2600" dirty="0"/>
              <a:t> </a:t>
            </a:r>
            <a:r>
              <a:rPr lang="en-US" sz="2400" dirty="0"/>
              <a:t>HCAHPS Patient Experience Survey </a:t>
            </a:r>
          </a:p>
          <a:p>
            <a:pPr lvl="0" algn="just"/>
            <a:r>
              <a:rPr lang="en-US" sz="2600" b="1" dirty="0"/>
              <a:t>Purpose</a:t>
            </a:r>
            <a:r>
              <a:rPr lang="en-US" sz="2400" b="1" dirty="0"/>
              <a:t>:</a:t>
            </a:r>
            <a:r>
              <a:rPr lang="en-US" sz="2400" dirty="0"/>
              <a:t> Analyze patient satisfaction and hospital performance. </a:t>
            </a:r>
          </a:p>
          <a:p>
            <a:pPr lvl="0" algn="just"/>
            <a:r>
              <a:rPr lang="en-US" sz="2600" b="1" dirty="0"/>
              <a:t>Data Source:</a:t>
            </a:r>
            <a:r>
              <a:rPr lang="en-US" sz="2600" dirty="0"/>
              <a:t> </a:t>
            </a:r>
            <a:r>
              <a:rPr lang="en-US" sz="2400" dirty="0"/>
              <a:t>CMS (Centers for Medicare &amp; Medicaid Services) </a:t>
            </a:r>
          </a:p>
          <a:p>
            <a:pPr lvl="0" algn="just"/>
            <a:r>
              <a:rPr lang="en-US" sz="2600" b="1" dirty="0"/>
              <a:t>Reporting Levels:</a:t>
            </a:r>
            <a:r>
              <a:rPr lang="en-US" sz="2600" dirty="0"/>
              <a:t> </a:t>
            </a:r>
            <a:r>
              <a:rPr lang="en-US" sz="2400" dirty="0"/>
              <a:t>National, Regional, and State </a:t>
            </a:r>
          </a:p>
          <a:p>
            <a:pPr lvl="0" algn="just"/>
            <a:r>
              <a:rPr lang="en-US" sz="2600" b="1" dirty="0"/>
              <a:t>Reporting Period</a:t>
            </a:r>
            <a:r>
              <a:rPr lang="en-US" sz="2400" b="1" dirty="0"/>
              <a:t>:</a:t>
            </a:r>
            <a:r>
              <a:rPr lang="en-US" sz="2400" dirty="0"/>
              <a:t> Multiple reporting years </a:t>
            </a:r>
          </a:p>
          <a:p>
            <a:pPr lvl="0" algn="just"/>
            <a:r>
              <a:rPr lang="en-US" sz="2600" b="1" dirty="0"/>
              <a:t>Analysis Tool:</a:t>
            </a:r>
            <a:r>
              <a:rPr lang="en-US" sz="2600" dirty="0"/>
              <a:t> </a:t>
            </a:r>
            <a:r>
              <a:rPr lang="en-US" sz="2400" dirty="0"/>
              <a:t>Microsoft Power BI</a:t>
            </a:r>
          </a:p>
          <a:p>
            <a:pPr marL="0" indent="0">
              <a:buNone/>
            </a:pPr>
            <a:r>
              <a:rPr lang="en-US" sz="3200" b="1" dirty="0"/>
              <a:t>Data Tables </a:t>
            </a:r>
          </a:p>
          <a:p>
            <a:pPr lvl="0" algn="just"/>
            <a:r>
              <a:rPr lang="en-US" dirty="0"/>
              <a:t>Measures </a:t>
            </a:r>
          </a:p>
          <a:p>
            <a:pPr lvl="0" algn="just"/>
            <a:r>
              <a:rPr lang="en-US" dirty="0"/>
              <a:t>National Results </a:t>
            </a:r>
          </a:p>
          <a:p>
            <a:pPr lvl="0" algn="just"/>
            <a:r>
              <a:rPr lang="en-US" dirty="0"/>
              <a:t>State Results </a:t>
            </a:r>
          </a:p>
          <a:p>
            <a:pPr lvl="0" algn="just"/>
            <a:r>
              <a:rPr lang="en-US" dirty="0"/>
              <a:t>Responses </a:t>
            </a:r>
          </a:p>
          <a:p>
            <a:pPr lvl="0" algn="just"/>
            <a:r>
              <a:rPr lang="en-US" dirty="0"/>
              <a:t>Reports </a:t>
            </a:r>
          </a:p>
          <a:p>
            <a:pPr lvl="0" algn="just"/>
            <a:r>
              <a:rPr lang="en-US" dirty="0"/>
              <a:t>Questions </a:t>
            </a:r>
          </a:p>
          <a:p>
            <a:pPr lvl="0" algn="just"/>
            <a:r>
              <a:rPr lang="en-US" dirty="0"/>
              <a:t>States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472E1E-241E-7E05-044B-D2929C3BF4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5" y="1042989"/>
            <a:ext cx="6615113" cy="49006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1F39C0-5F2F-BB2B-3C5A-F6B245EB6264}"/>
              </a:ext>
            </a:extLst>
          </p:cNvPr>
          <p:cNvSpPr txBox="1"/>
          <p:nvPr/>
        </p:nvSpPr>
        <p:spPr>
          <a:xfrm>
            <a:off x="5343525" y="6308209"/>
            <a:ext cx="6615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Power BI Relational Data Model (Star Schema)</a:t>
            </a:r>
          </a:p>
        </p:txBody>
      </p:sp>
    </p:spTree>
    <p:extLst>
      <p:ext uri="{BB962C8B-B14F-4D97-AF65-F5344CB8AC3E}">
        <p14:creationId xmlns:p14="http://schemas.microsoft.com/office/powerpoint/2010/main" val="422817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99C6-27D4-3799-BD62-04C03022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KPI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173B-FC09-22E0-7D7C-896E07B63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4426"/>
            <a:ext cx="5181600" cy="537844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600" b="1" dirty="0"/>
              <a:t>Key Performance Indicators (KPIs)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The dashboard monitors the following KPIs to evaluate patient satisfaction and healthcare quality:</a:t>
            </a:r>
          </a:p>
          <a:p>
            <a:pPr lvl="0"/>
            <a:r>
              <a:rPr lang="en-US" sz="2400" b="1" dirty="0"/>
              <a:t>Overall Satisfaction Score</a:t>
            </a:r>
            <a:r>
              <a:rPr lang="en-US" sz="2400" dirty="0"/>
              <a:t> – Overall patient satisfaction score. </a:t>
            </a:r>
          </a:p>
          <a:p>
            <a:pPr lvl="0"/>
            <a:r>
              <a:rPr lang="en-US" sz="2400" b="1" dirty="0"/>
              <a:t>Average Top-box %</a:t>
            </a:r>
            <a:r>
              <a:rPr lang="en-US" sz="2400" dirty="0"/>
              <a:t> – Percentage of patients giving the highest satisfaction rating. </a:t>
            </a:r>
          </a:p>
          <a:p>
            <a:pPr lvl="0"/>
            <a:r>
              <a:rPr lang="en-US" sz="2400" b="1" dirty="0"/>
              <a:t>Average Response Rate</a:t>
            </a:r>
            <a:r>
              <a:rPr lang="en-US" sz="2400" dirty="0"/>
              <a:t> – Percentage of completed patient surveys. </a:t>
            </a:r>
          </a:p>
          <a:p>
            <a:pPr lvl="0"/>
            <a:r>
              <a:rPr lang="en-US" sz="2400" b="1" dirty="0"/>
              <a:t>Number of Participating States</a:t>
            </a:r>
            <a:r>
              <a:rPr lang="en-US" sz="2400" dirty="0"/>
              <a:t> – Total states included in the analysis. </a:t>
            </a:r>
          </a:p>
          <a:p>
            <a:pPr lvl="0"/>
            <a:r>
              <a:rPr lang="en-US" sz="2400" b="1" dirty="0"/>
              <a:t>Number of Quality Measures</a:t>
            </a:r>
            <a:r>
              <a:rPr lang="en-US" sz="2400" dirty="0"/>
              <a:t> – Total healthcare quality measures evaluated. </a:t>
            </a:r>
          </a:p>
          <a:p>
            <a:pPr lvl="0"/>
            <a:r>
              <a:rPr lang="en-US" sz="2400" b="1" dirty="0"/>
              <a:t>Reporting Period</a:t>
            </a:r>
            <a:r>
              <a:rPr lang="en-US" sz="2400" dirty="0"/>
              <a:t> – Reporting period currently selected for analysis.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2AFED8-1CB0-F436-3EF2-31D2F31F73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529" y="2174281"/>
            <a:ext cx="5873407" cy="1550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EBE358-5C1D-ECCF-5EDF-6DA1F95B5714}"/>
              </a:ext>
            </a:extLst>
          </p:cNvPr>
          <p:cNvSpPr txBox="1"/>
          <p:nvPr/>
        </p:nvSpPr>
        <p:spPr>
          <a:xfrm>
            <a:off x="6019800" y="3950690"/>
            <a:ext cx="587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Executive KPI Dashboard</a:t>
            </a:r>
            <a:endParaRPr lang="en-US" b="1" i="1" dirty="0"/>
          </a:p>
        </p:txBody>
      </p:sp>
      <p:pic>
        <p:nvPicPr>
          <p:cNvPr id="9" name="Graphic 8" descr="Bar graph with upward trend">
            <a:extLst>
              <a:ext uri="{FF2B5EF4-FFF2-40B4-BE49-F238E27FC236}">
                <a16:creationId xmlns:a16="http://schemas.microsoft.com/office/drawing/2014/main" id="{3F4ABEDC-A2D3-48FE-814A-1B4FF252B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962" y="57578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9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7EBF-19D1-66C7-E8F5-402A9594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738"/>
            <a:ext cx="10515600" cy="6668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Dashboard Demonstration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4E8E16-C52A-F22F-84EA-0E8BBB8CE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75" y="1191148"/>
            <a:ext cx="3282540" cy="17021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BC8A75-2768-E057-BCD9-515DDDBBF46B}"/>
              </a:ext>
            </a:extLst>
          </p:cNvPr>
          <p:cNvSpPr txBox="1"/>
          <p:nvPr/>
        </p:nvSpPr>
        <p:spPr>
          <a:xfrm>
            <a:off x="347369" y="2893339"/>
            <a:ext cx="2977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Executive Overview Dashboard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76E3EE-8B0F-1848-2698-D791F8E3D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553" y="1191148"/>
            <a:ext cx="3557588" cy="17021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6A10381-3154-DC47-37BA-6339217C94B0}"/>
              </a:ext>
            </a:extLst>
          </p:cNvPr>
          <p:cNvSpPr txBox="1"/>
          <p:nvPr/>
        </p:nvSpPr>
        <p:spPr>
          <a:xfrm>
            <a:off x="3967901" y="2893339"/>
            <a:ext cx="3481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State Performance Dashboard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6E3546-E89B-398B-AF0B-4A9848435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33" y="1191148"/>
            <a:ext cx="3800473" cy="170219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5BF5272-5976-466C-FF82-23F4AD9440EC}"/>
              </a:ext>
            </a:extLst>
          </p:cNvPr>
          <p:cNvSpPr txBox="1"/>
          <p:nvPr/>
        </p:nvSpPr>
        <p:spPr>
          <a:xfrm>
            <a:off x="7939827" y="2955773"/>
            <a:ext cx="3724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Patient Experience Measures Dashboard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C270D7-DB45-44BB-24D3-3CFCB2539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75" y="3626108"/>
            <a:ext cx="3282540" cy="223176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AB0474F-A5E0-CC5B-4341-B36CE30F9957}"/>
              </a:ext>
            </a:extLst>
          </p:cNvPr>
          <p:cNvSpPr txBox="1"/>
          <p:nvPr/>
        </p:nvSpPr>
        <p:spPr>
          <a:xfrm>
            <a:off x="194675" y="5857875"/>
            <a:ext cx="3282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National vs State Benchmark Dashboard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C1C2C2-3019-DFB5-CCCA-7D0BCC0AF6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781" y="3626108"/>
            <a:ext cx="3596360" cy="223176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FB99D6F-598D-17D2-C98B-276EEAFC1076}"/>
              </a:ext>
            </a:extLst>
          </p:cNvPr>
          <p:cNvSpPr txBox="1"/>
          <p:nvPr/>
        </p:nvSpPr>
        <p:spPr>
          <a:xfrm>
            <a:off x="3891553" y="5857875"/>
            <a:ext cx="3557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Regional Performance Dashboard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44FB96D-02B6-96CF-183F-53633618BC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33" y="3641189"/>
            <a:ext cx="3800473" cy="223176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D07AAAC-93DA-5EEA-4AFA-578A1481F5D5}"/>
              </a:ext>
            </a:extLst>
          </p:cNvPr>
          <p:cNvSpPr txBox="1"/>
          <p:nvPr/>
        </p:nvSpPr>
        <p:spPr>
          <a:xfrm flipH="1">
            <a:off x="7787133" y="6004988"/>
            <a:ext cx="372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F0E2049-1A27-0354-93E7-8D84F8E136C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405107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447697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6957578-08F3-CC86-0744-D63E41CDA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751102"/>
              </p:ext>
            </p:extLst>
          </p:nvPr>
        </p:nvGraphicFramePr>
        <p:xfrm>
          <a:off x="7863479" y="5884923"/>
          <a:ext cx="3490320" cy="338554"/>
        </p:xfrm>
        <a:graphic>
          <a:graphicData uri="http://schemas.openxmlformats.org/drawingml/2006/table">
            <a:tbl>
              <a:tblPr/>
              <a:tblGrid>
                <a:gridCol w="3490320">
                  <a:extLst>
                    <a:ext uri="{9D8B030D-6E8A-4147-A177-3AD203B41FA5}">
                      <a16:colId xmlns:a16="http://schemas.microsoft.com/office/drawing/2014/main" val="615593951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Trend Analysis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70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3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A622-B173-5D2D-533D-BAD050F3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3356-3AC7-449B-AD28-F27316EF0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5788" y="1343025"/>
            <a:ext cx="5434012" cy="50149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Major Findings</a:t>
            </a:r>
          </a:p>
          <a:p>
            <a:pPr lvl="0"/>
            <a:r>
              <a:rPr lang="en-US" sz="2400" dirty="0"/>
              <a:t>Communication with Doctors achieved higher patient satisfaction than Communication about Medicines. </a:t>
            </a:r>
          </a:p>
          <a:p>
            <a:pPr lvl="0"/>
            <a:r>
              <a:rPr lang="en-US" sz="2400" dirty="0"/>
              <a:t>Patient satisfaction varies across different states and regions. </a:t>
            </a:r>
          </a:p>
          <a:p>
            <a:pPr lvl="0"/>
            <a:r>
              <a:rPr lang="en-US" sz="2400" dirty="0"/>
              <a:t>Top-performing states consistently maintained higher satisfaction scores. </a:t>
            </a:r>
          </a:p>
          <a:p>
            <a:pPr lvl="0"/>
            <a:r>
              <a:rPr lang="en-US" sz="2400" dirty="0"/>
              <a:t>Response rates differed across reporting periods, affecting comparison reliability. </a:t>
            </a:r>
          </a:p>
          <a:p>
            <a:pPr lvl="0"/>
            <a:r>
              <a:rPr lang="en-US" sz="2400" dirty="0"/>
              <a:t>Interactive Power BI dashboards improved healthcare performance monitoring.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2E083-016F-43AB-7973-729FF711E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3024"/>
            <a:ext cx="5557838" cy="50149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Business Impact</a:t>
            </a:r>
          </a:p>
          <a:p>
            <a:pPr lvl="0"/>
            <a:r>
              <a:rPr lang="en-US" sz="2400" dirty="0"/>
              <a:t>Better communication improves patient trust. </a:t>
            </a:r>
          </a:p>
          <a:p>
            <a:pPr lvl="0"/>
            <a:r>
              <a:rPr lang="en-US" sz="2400" dirty="0"/>
              <a:t>Regional analysis supports targeted improvements. </a:t>
            </a:r>
          </a:p>
          <a:p>
            <a:pPr lvl="0"/>
            <a:r>
              <a:rPr lang="en-US" sz="2400" dirty="0"/>
              <a:t>Dashboard insights enable faster decision-making. </a:t>
            </a:r>
          </a:p>
          <a:p>
            <a:pPr lvl="0"/>
            <a:r>
              <a:rPr lang="en-US" sz="2400" dirty="0"/>
              <a:t>Benchmarking identifies high-performing hospitals. </a:t>
            </a:r>
          </a:p>
          <a:p>
            <a:pPr lvl="0"/>
            <a:r>
              <a:rPr lang="en-US" sz="2400" dirty="0"/>
              <a:t>Data-driven reporting supports continuous quality improvement.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6" name="Graphic 5" descr="Upward trend">
            <a:extLst>
              <a:ext uri="{FF2B5EF4-FFF2-40B4-BE49-F238E27FC236}">
                <a16:creationId xmlns:a16="http://schemas.microsoft.com/office/drawing/2014/main" id="{A47BE742-9F40-DF7A-D5BB-55F3AF82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2076" y="5863338"/>
            <a:ext cx="885824" cy="80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8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707F-FED2-13FB-6689-8E53EDA5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589"/>
            <a:ext cx="10515600" cy="90011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F3852-17D3-1B32-465C-7DCAB2C39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4325" y="1400175"/>
            <a:ext cx="5705475" cy="494347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Immediate Recommendations</a:t>
            </a:r>
          </a:p>
          <a:p>
            <a:pPr marL="0" indent="0">
              <a:buNone/>
            </a:pPr>
            <a:endParaRPr lang="en-US" b="1" dirty="0"/>
          </a:p>
          <a:p>
            <a:pPr lvl="0"/>
            <a:r>
              <a:rPr lang="en-US" sz="2400" dirty="0"/>
              <a:t>Improve communication between healthcare providers and patients. </a:t>
            </a:r>
          </a:p>
          <a:p>
            <a:pPr lvl="0"/>
            <a:r>
              <a:rPr lang="en-US" sz="2400" dirty="0"/>
              <a:t>Conduct regular </a:t>
            </a:r>
            <a:r>
              <a:rPr lang="en-US" sz="2400" b="1" dirty="0"/>
              <a:t>staff training </a:t>
            </a:r>
            <a:r>
              <a:rPr lang="en-US" sz="2400" dirty="0"/>
              <a:t>on </a:t>
            </a:r>
            <a:r>
              <a:rPr lang="en-US" sz="2400" b="1" dirty="0"/>
              <a:t>patient care and communication</a:t>
            </a:r>
            <a:r>
              <a:rPr lang="en-US" sz="2400" dirty="0"/>
              <a:t>. </a:t>
            </a:r>
          </a:p>
          <a:p>
            <a:pPr lvl="0"/>
            <a:r>
              <a:rPr lang="en-US" sz="2400" dirty="0"/>
              <a:t>Enhance </a:t>
            </a:r>
            <a:r>
              <a:rPr lang="en-US" sz="2400" b="1" dirty="0"/>
              <a:t>patient experience </a:t>
            </a:r>
            <a:r>
              <a:rPr lang="en-US" sz="2400" dirty="0"/>
              <a:t>through quality improvement initiatives. </a:t>
            </a:r>
          </a:p>
          <a:p>
            <a:pPr lvl="0"/>
            <a:r>
              <a:rPr lang="en-US" sz="2400" dirty="0"/>
              <a:t>Increase HCAHPS </a:t>
            </a:r>
            <a:r>
              <a:rPr lang="en-US" sz="2400" b="1" dirty="0"/>
              <a:t>survey participation </a:t>
            </a:r>
            <a:r>
              <a:rPr lang="en-US" sz="2400" dirty="0"/>
              <a:t>and response rates.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722CF-3257-DF55-6FDC-A1F02644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400175"/>
            <a:ext cx="5705475" cy="494347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Long-Term Recommendations</a:t>
            </a:r>
          </a:p>
          <a:p>
            <a:pPr marL="0" indent="0">
              <a:buNone/>
            </a:pPr>
            <a:endParaRPr lang="en-US" b="1" dirty="0"/>
          </a:p>
          <a:p>
            <a:pPr lvl="0"/>
            <a:r>
              <a:rPr lang="en-US" sz="2400" b="1" dirty="0"/>
              <a:t>Benchmark </a:t>
            </a:r>
            <a:r>
              <a:rPr lang="en-US" sz="2400" dirty="0"/>
              <a:t>best-performing hospitals and regions. </a:t>
            </a:r>
          </a:p>
          <a:p>
            <a:pPr lvl="0"/>
            <a:r>
              <a:rPr lang="en-US" sz="2400" dirty="0"/>
              <a:t>Strengthen regional quality improvement programs. </a:t>
            </a:r>
          </a:p>
          <a:p>
            <a:pPr lvl="0"/>
            <a:r>
              <a:rPr lang="en-US" sz="2400" dirty="0"/>
              <a:t>Support </a:t>
            </a:r>
            <a:r>
              <a:rPr lang="en-US" sz="2400" b="1" dirty="0"/>
              <a:t>hospital accreditation </a:t>
            </a:r>
            <a:r>
              <a:rPr lang="en-US" sz="2400" dirty="0"/>
              <a:t>through continuous KPI monitoring. </a:t>
            </a:r>
          </a:p>
          <a:p>
            <a:pPr lvl="0"/>
            <a:r>
              <a:rPr lang="en-US" sz="2400" dirty="0"/>
              <a:t>Develop </a:t>
            </a:r>
            <a:r>
              <a:rPr lang="en-US" sz="2400" b="1" dirty="0"/>
              <a:t>data-driven</a:t>
            </a:r>
            <a:r>
              <a:rPr lang="en-US" sz="2400" dirty="0"/>
              <a:t> healthcare policies using dashboard insights.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2AD703B1-73BB-5DA4-ABED-F1D62E832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8913" y="5734049"/>
            <a:ext cx="895349" cy="895349"/>
          </a:xfrm>
          <a:prstGeom prst="rect">
            <a:avLst/>
          </a:prstGeom>
        </p:spPr>
      </p:pic>
      <p:pic>
        <p:nvPicPr>
          <p:cNvPr id="10" name="Graphic 9" descr="Bullseye">
            <a:extLst>
              <a:ext uri="{FF2B5EF4-FFF2-40B4-BE49-F238E27FC236}">
                <a16:creationId xmlns:a16="http://schemas.microsoft.com/office/drawing/2014/main" id="{444920C0-FFB1-4D42-090B-5C7DCE226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0648" y="5714998"/>
            <a:ext cx="728664" cy="72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0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BA80-AC7A-300C-DC0A-924024BA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"/>
            <a:ext cx="10515600" cy="8858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6453-AA6F-CE6A-C887-6C8D4601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0127"/>
            <a:ext cx="10515600" cy="34147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Future Enhancements</a:t>
            </a:r>
          </a:p>
          <a:p>
            <a:pPr lvl="0"/>
            <a:r>
              <a:rPr lang="en-US" sz="2400" dirty="0"/>
              <a:t>Integrate </a:t>
            </a:r>
            <a:r>
              <a:rPr lang="en-US" sz="2400" b="1" dirty="0"/>
              <a:t>real-time HCAHPS</a:t>
            </a:r>
            <a:r>
              <a:rPr lang="en-US" sz="2400" dirty="0"/>
              <a:t> data for continuous monitoring. </a:t>
            </a:r>
          </a:p>
          <a:p>
            <a:pPr lvl="0"/>
            <a:r>
              <a:rPr lang="en-US" sz="2400" dirty="0"/>
              <a:t>Apply </a:t>
            </a:r>
            <a:r>
              <a:rPr lang="en-US" sz="2400" b="1" dirty="0"/>
              <a:t>Machine Learning</a:t>
            </a:r>
            <a:r>
              <a:rPr lang="en-US" sz="2400" dirty="0"/>
              <a:t> to predict patient satisfaction trends. </a:t>
            </a:r>
          </a:p>
          <a:p>
            <a:pPr lvl="0"/>
            <a:r>
              <a:rPr lang="en-US" sz="2400" dirty="0"/>
              <a:t>Develop </a:t>
            </a:r>
            <a:r>
              <a:rPr lang="en-US" sz="2400" b="1" dirty="0"/>
              <a:t>AI-powered dashboards</a:t>
            </a:r>
            <a:r>
              <a:rPr lang="en-US" sz="2400" dirty="0"/>
              <a:t> for proactive healthcare insights. </a:t>
            </a:r>
          </a:p>
          <a:p>
            <a:pPr lvl="0"/>
            <a:r>
              <a:rPr lang="en-US" sz="2400" dirty="0"/>
              <a:t>Expand the dashboard to include additional hospital quality metrics. </a:t>
            </a:r>
          </a:p>
          <a:p>
            <a:pPr lvl="0"/>
            <a:r>
              <a:rPr lang="en-US" sz="2400" dirty="0"/>
              <a:t>Enable </a:t>
            </a:r>
            <a:r>
              <a:rPr lang="en-US" sz="2400" b="1" dirty="0"/>
              <a:t>mobile-friendly dashboards</a:t>
            </a:r>
            <a:r>
              <a:rPr lang="en-US" sz="2400" dirty="0"/>
              <a:t> for executives and healthcare managers. </a:t>
            </a:r>
          </a:p>
          <a:p>
            <a:pPr lvl="0"/>
            <a:r>
              <a:rPr lang="en-US" sz="2400" dirty="0"/>
              <a:t>Automate report generation and KPI monitoring.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CC9D6-693F-97B5-4E49-7280CF85E98A}"/>
              </a:ext>
            </a:extLst>
          </p:cNvPr>
          <p:cNvSpPr txBox="1"/>
          <p:nvPr/>
        </p:nvSpPr>
        <p:spPr>
          <a:xfrm>
            <a:off x="1857376" y="5257562"/>
            <a:ext cx="7329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Thank You!</a:t>
            </a:r>
          </a:p>
          <a:p>
            <a:pPr algn="ctr"/>
            <a:r>
              <a:rPr lang="en-US" sz="2400" b="1" dirty="0"/>
              <a:t>Questions &amp; Discussion</a:t>
            </a:r>
          </a:p>
          <a:p>
            <a:pPr algn="ctr"/>
            <a:r>
              <a:rPr lang="en-US" sz="2400" b="1" dirty="0"/>
              <a:t>Prepared by:</a:t>
            </a:r>
            <a:br>
              <a:rPr lang="en-US" sz="2400" dirty="0"/>
            </a:br>
            <a:r>
              <a:rPr lang="en-US" sz="2400" b="1" dirty="0"/>
              <a:t>Neha Pandey</a:t>
            </a:r>
            <a:endParaRPr lang="en-US" sz="2400" dirty="0"/>
          </a:p>
          <a:p>
            <a:pPr algn="ctr"/>
            <a:endParaRPr lang="en-US" sz="2000" dirty="0"/>
          </a:p>
        </p:txBody>
      </p:sp>
      <p:pic>
        <p:nvPicPr>
          <p:cNvPr id="9" name="Graphic 8" descr="Rocket">
            <a:extLst>
              <a:ext uri="{FF2B5EF4-FFF2-40B4-BE49-F238E27FC236}">
                <a16:creationId xmlns:a16="http://schemas.microsoft.com/office/drawing/2014/main" id="{10CF8052-7C7A-E03A-0050-F143F5110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2120" y="4414839"/>
            <a:ext cx="597693" cy="59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7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613</Words>
  <Application>Microsoft Office PowerPoint</Application>
  <PresentationFormat>Widescreen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HCAHPS Patient Experience Analysis</vt:lpstr>
      <vt:lpstr>Organization Overview</vt:lpstr>
      <vt:lpstr>Business Problem</vt:lpstr>
      <vt:lpstr>Project Objectives</vt:lpstr>
      <vt:lpstr>Dataset Overview &amp; Data Model</vt:lpstr>
      <vt:lpstr>KPI Framework</vt:lpstr>
      <vt:lpstr>Dashboard Demonstration</vt:lpstr>
      <vt:lpstr>Key Findings</vt:lpstr>
      <vt:lpstr>Strategic Recommendations</vt:lpstr>
      <vt:lpstr>Future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pandey</dc:creator>
  <cp:lastModifiedBy>Neha pandey</cp:lastModifiedBy>
  <cp:revision>1</cp:revision>
  <dcterms:created xsi:type="dcterms:W3CDTF">2026-08-05T06:44:49Z</dcterms:created>
  <dcterms:modified xsi:type="dcterms:W3CDTF">2026-08-05T18:15:24Z</dcterms:modified>
</cp:coreProperties>
</file>